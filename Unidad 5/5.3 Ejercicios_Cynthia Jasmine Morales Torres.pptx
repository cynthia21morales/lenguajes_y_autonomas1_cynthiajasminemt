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1" r:id="rId4"/>
    <p:sldId id="257" r:id="rId5"/>
    <p:sldId id="258" r:id="rId6"/>
    <p:sldId id="259" r:id="rId7"/>
    <p:sldId id="262" r:id="rId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80AA28-4248-6183-22B5-B001322634C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5172685B-1C99-0436-DE99-05576CCA0E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52B49606-07D8-79B8-FB09-0CAE412436E9}"/>
              </a:ext>
            </a:extLst>
          </p:cNvPr>
          <p:cNvSpPr>
            <a:spLocks noGrp="1"/>
          </p:cNvSpPr>
          <p:nvPr>
            <p:ph type="dt" sz="half" idx="10"/>
          </p:nvPr>
        </p:nvSpPr>
        <p:spPr/>
        <p:txBody>
          <a:bodyPr/>
          <a:lstStyle/>
          <a:p>
            <a:fld id="{E1F3B579-2E82-442A-8CCE-C9C1C313CE58}" type="datetimeFigureOut">
              <a:rPr lang="es-MX" smtClean="0"/>
              <a:t>26/03/2026</a:t>
            </a:fld>
            <a:endParaRPr lang="es-MX"/>
          </a:p>
        </p:txBody>
      </p:sp>
      <p:sp>
        <p:nvSpPr>
          <p:cNvPr id="5" name="Marcador de pie de página 4">
            <a:extLst>
              <a:ext uri="{FF2B5EF4-FFF2-40B4-BE49-F238E27FC236}">
                <a16:creationId xmlns:a16="http://schemas.microsoft.com/office/drawing/2014/main" id="{81427C78-81E2-40D9-BEF2-402A4716F28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80DCC0B-7149-3A48-F3E5-46051781F78F}"/>
              </a:ext>
            </a:extLst>
          </p:cNvPr>
          <p:cNvSpPr>
            <a:spLocks noGrp="1"/>
          </p:cNvSpPr>
          <p:nvPr>
            <p:ph type="sldNum" sz="quarter" idx="12"/>
          </p:nvPr>
        </p:nvSpPr>
        <p:spPr/>
        <p:txBody>
          <a:bodyPr/>
          <a:lstStyle/>
          <a:p>
            <a:fld id="{DB4D4326-0A2B-4092-84EE-8E30D1A4A46F}" type="slidenum">
              <a:rPr lang="es-MX" smtClean="0"/>
              <a:t>‹Nº›</a:t>
            </a:fld>
            <a:endParaRPr lang="es-MX"/>
          </a:p>
        </p:txBody>
      </p:sp>
    </p:spTree>
    <p:extLst>
      <p:ext uri="{BB962C8B-B14F-4D97-AF65-F5344CB8AC3E}">
        <p14:creationId xmlns:p14="http://schemas.microsoft.com/office/powerpoint/2010/main" val="3490386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BCBBF5-19C3-185C-8D51-6C99C5E0880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E79EBA1-D6C0-FCA7-6816-8F8A14665607}"/>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1AE459A-0AE2-A379-FC48-DE0930DB579E}"/>
              </a:ext>
            </a:extLst>
          </p:cNvPr>
          <p:cNvSpPr>
            <a:spLocks noGrp="1"/>
          </p:cNvSpPr>
          <p:nvPr>
            <p:ph type="dt" sz="half" idx="10"/>
          </p:nvPr>
        </p:nvSpPr>
        <p:spPr/>
        <p:txBody>
          <a:bodyPr/>
          <a:lstStyle/>
          <a:p>
            <a:fld id="{E1F3B579-2E82-442A-8CCE-C9C1C313CE58}" type="datetimeFigureOut">
              <a:rPr lang="es-MX" smtClean="0"/>
              <a:t>26/03/2026</a:t>
            </a:fld>
            <a:endParaRPr lang="es-MX"/>
          </a:p>
        </p:txBody>
      </p:sp>
      <p:sp>
        <p:nvSpPr>
          <p:cNvPr id="5" name="Marcador de pie de página 4">
            <a:extLst>
              <a:ext uri="{FF2B5EF4-FFF2-40B4-BE49-F238E27FC236}">
                <a16:creationId xmlns:a16="http://schemas.microsoft.com/office/drawing/2014/main" id="{8DED7769-1742-BA3E-6057-8811D254B87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31BC3CB-16ED-0C72-BC35-87499B221203}"/>
              </a:ext>
            </a:extLst>
          </p:cNvPr>
          <p:cNvSpPr>
            <a:spLocks noGrp="1"/>
          </p:cNvSpPr>
          <p:nvPr>
            <p:ph type="sldNum" sz="quarter" idx="12"/>
          </p:nvPr>
        </p:nvSpPr>
        <p:spPr/>
        <p:txBody>
          <a:bodyPr/>
          <a:lstStyle/>
          <a:p>
            <a:fld id="{DB4D4326-0A2B-4092-84EE-8E30D1A4A46F}" type="slidenum">
              <a:rPr lang="es-MX" smtClean="0"/>
              <a:t>‹Nº›</a:t>
            </a:fld>
            <a:endParaRPr lang="es-MX"/>
          </a:p>
        </p:txBody>
      </p:sp>
    </p:spTree>
    <p:extLst>
      <p:ext uri="{BB962C8B-B14F-4D97-AF65-F5344CB8AC3E}">
        <p14:creationId xmlns:p14="http://schemas.microsoft.com/office/powerpoint/2010/main" val="577638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1B1D0C-385D-8B5C-10ED-AE2D8164277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5CAC31A-C60A-54B8-61DF-7D8CF34E2E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EEA5DCE-04AA-E63A-F09C-637A1531C6B3}"/>
              </a:ext>
            </a:extLst>
          </p:cNvPr>
          <p:cNvSpPr>
            <a:spLocks noGrp="1"/>
          </p:cNvSpPr>
          <p:nvPr>
            <p:ph type="dt" sz="half" idx="10"/>
          </p:nvPr>
        </p:nvSpPr>
        <p:spPr/>
        <p:txBody>
          <a:bodyPr/>
          <a:lstStyle/>
          <a:p>
            <a:fld id="{E1F3B579-2E82-442A-8CCE-C9C1C313CE58}" type="datetimeFigureOut">
              <a:rPr lang="es-MX" smtClean="0"/>
              <a:t>26/03/2026</a:t>
            </a:fld>
            <a:endParaRPr lang="es-MX"/>
          </a:p>
        </p:txBody>
      </p:sp>
      <p:sp>
        <p:nvSpPr>
          <p:cNvPr id="5" name="Marcador de pie de página 4">
            <a:extLst>
              <a:ext uri="{FF2B5EF4-FFF2-40B4-BE49-F238E27FC236}">
                <a16:creationId xmlns:a16="http://schemas.microsoft.com/office/drawing/2014/main" id="{639C2AF8-17FC-1DB4-128D-1C1AD68403D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4823355-20AE-622F-7E40-E8C3EB588151}"/>
              </a:ext>
            </a:extLst>
          </p:cNvPr>
          <p:cNvSpPr>
            <a:spLocks noGrp="1"/>
          </p:cNvSpPr>
          <p:nvPr>
            <p:ph type="sldNum" sz="quarter" idx="12"/>
          </p:nvPr>
        </p:nvSpPr>
        <p:spPr/>
        <p:txBody>
          <a:bodyPr/>
          <a:lstStyle/>
          <a:p>
            <a:fld id="{DB4D4326-0A2B-4092-84EE-8E30D1A4A46F}" type="slidenum">
              <a:rPr lang="es-MX" smtClean="0"/>
              <a:t>‹Nº›</a:t>
            </a:fld>
            <a:endParaRPr lang="es-MX"/>
          </a:p>
        </p:txBody>
      </p:sp>
    </p:spTree>
    <p:extLst>
      <p:ext uri="{BB962C8B-B14F-4D97-AF65-F5344CB8AC3E}">
        <p14:creationId xmlns:p14="http://schemas.microsoft.com/office/powerpoint/2010/main" val="2798825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B10DC7-C089-73C5-E9B7-DE9E4EA71F1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2B4AA627-BF22-9DA6-AA18-6A1BFE6C8D6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4A0837D7-1B3E-F187-B682-F1E0D0B57B2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3A684036-B7F6-810C-B5FB-FCEDE4D3A487}"/>
              </a:ext>
            </a:extLst>
          </p:cNvPr>
          <p:cNvSpPr>
            <a:spLocks noGrp="1"/>
          </p:cNvSpPr>
          <p:nvPr>
            <p:ph type="dt" sz="half" idx="10"/>
          </p:nvPr>
        </p:nvSpPr>
        <p:spPr/>
        <p:txBody>
          <a:bodyPr/>
          <a:lstStyle/>
          <a:p>
            <a:fld id="{E1F3B579-2E82-442A-8CCE-C9C1C313CE58}" type="datetimeFigureOut">
              <a:rPr lang="es-MX" smtClean="0"/>
              <a:t>26/03/2026</a:t>
            </a:fld>
            <a:endParaRPr lang="es-MX"/>
          </a:p>
        </p:txBody>
      </p:sp>
      <p:sp>
        <p:nvSpPr>
          <p:cNvPr id="6" name="Marcador de pie de página 5">
            <a:extLst>
              <a:ext uri="{FF2B5EF4-FFF2-40B4-BE49-F238E27FC236}">
                <a16:creationId xmlns:a16="http://schemas.microsoft.com/office/drawing/2014/main" id="{90DFB7A1-92D6-5A89-A2D5-950F42DD372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A783A01-C305-5313-F42E-20C108C2FF1B}"/>
              </a:ext>
            </a:extLst>
          </p:cNvPr>
          <p:cNvSpPr>
            <a:spLocks noGrp="1"/>
          </p:cNvSpPr>
          <p:nvPr>
            <p:ph type="sldNum" sz="quarter" idx="12"/>
          </p:nvPr>
        </p:nvSpPr>
        <p:spPr/>
        <p:txBody>
          <a:bodyPr/>
          <a:lstStyle/>
          <a:p>
            <a:fld id="{DB4D4326-0A2B-4092-84EE-8E30D1A4A46F}" type="slidenum">
              <a:rPr lang="es-MX" smtClean="0"/>
              <a:t>‹Nº›</a:t>
            </a:fld>
            <a:endParaRPr lang="es-MX"/>
          </a:p>
        </p:txBody>
      </p:sp>
    </p:spTree>
    <p:extLst>
      <p:ext uri="{BB962C8B-B14F-4D97-AF65-F5344CB8AC3E}">
        <p14:creationId xmlns:p14="http://schemas.microsoft.com/office/powerpoint/2010/main" val="283548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FB09B9-0349-BC11-D5D2-0E0453C0AA7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7F0D404-D7E2-8DA1-72A5-0C9B5772CF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6F73B24-9221-B975-3D6E-6A231315287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8CDD2903-218C-3657-4B5D-6AB5702CF7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1060C19-D23B-F6E0-6206-18556D2AB07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5075417A-088A-DFBF-B9DC-21763E376591}"/>
              </a:ext>
            </a:extLst>
          </p:cNvPr>
          <p:cNvSpPr>
            <a:spLocks noGrp="1"/>
          </p:cNvSpPr>
          <p:nvPr>
            <p:ph type="dt" sz="half" idx="10"/>
          </p:nvPr>
        </p:nvSpPr>
        <p:spPr/>
        <p:txBody>
          <a:bodyPr/>
          <a:lstStyle/>
          <a:p>
            <a:fld id="{E1F3B579-2E82-442A-8CCE-C9C1C313CE58}" type="datetimeFigureOut">
              <a:rPr lang="es-MX" smtClean="0"/>
              <a:t>26/03/2026</a:t>
            </a:fld>
            <a:endParaRPr lang="es-MX"/>
          </a:p>
        </p:txBody>
      </p:sp>
      <p:sp>
        <p:nvSpPr>
          <p:cNvPr id="8" name="Marcador de pie de página 7">
            <a:extLst>
              <a:ext uri="{FF2B5EF4-FFF2-40B4-BE49-F238E27FC236}">
                <a16:creationId xmlns:a16="http://schemas.microsoft.com/office/drawing/2014/main" id="{A97439EE-EB29-7A76-5FF1-C17CCB7F5B7E}"/>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0903EA64-EFF1-44A3-8134-1D701D2F07A9}"/>
              </a:ext>
            </a:extLst>
          </p:cNvPr>
          <p:cNvSpPr>
            <a:spLocks noGrp="1"/>
          </p:cNvSpPr>
          <p:nvPr>
            <p:ph type="sldNum" sz="quarter" idx="12"/>
          </p:nvPr>
        </p:nvSpPr>
        <p:spPr/>
        <p:txBody>
          <a:bodyPr/>
          <a:lstStyle/>
          <a:p>
            <a:fld id="{DB4D4326-0A2B-4092-84EE-8E30D1A4A46F}" type="slidenum">
              <a:rPr lang="es-MX" smtClean="0"/>
              <a:t>‹Nº›</a:t>
            </a:fld>
            <a:endParaRPr lang="es-MX"/>
          </a:p>
        </p:txBody>
      </p:sp>
    </p:spTree>
    <p:extLst>
      <p:ext uri="{BB962C8B-B14F-4D97-AF65-F5344CB8AC3E}">
        <p14:creationId xmlns:p14="http://schemas.microsoft.com/office/powerpoint/2010/main" val="713209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42F94E-A02C-F9A5-EDDC-ACA754E29F8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4B17DD33-6E89-0A24-8207-895567EF17A0}"/>
              </a:ext>
            </a:extLst>
          </p:cNvPr>
          <p:cNvSpPr>
            <a:spLocks noGrp="1"/>
          </p:cNvSpPr>
          <p:nvPr>
            <p:ph type="dt" sz="half" idx="10"/>
          </p:nvPr>
        </p:nvSpPr>
        <p:spPr/>
        <p:txBody>
          <a:bodyPr/>
          <a:lstStyle/>
          <a:p>
            <a:fld id="{E1F3B579-2E82-442A-8CCE-C9C1C313CE58}" type="datetimeFigureOut">
              <a:rPr lang="es-MX" smtClean="0"/>
              <a:t>26/03/2026</a:t>
            </a:fld>
            <a:endParaRPr lang="es-MX"/>
          </a:p>
        </p:txBody>
      </p:sp>
      <p:sp>
        <p:nvSpPr>
          <p:cNvPr id="4" name="Marcador de pie de página 3">
            <a:extLst>
              <a:ext uri="{FF2B5EF4-FFF2-40B4-BE49-F238E27FC236}">
                <a16:creationId xmlns:a16="http://schemas.microsoft.com/office/drawing/2014/main" id="{9798E0BE-FE57-ADED-8264-705320586022}"/>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92953E73-CE00-2176-FE95-6D2B56B8BE20}"/>
              </a:ext>
            </a:extLst>
          </p:cNvPr>
          <p:cNvSpPr>
            <a:spLocks noGrp="1"/>
          </p:cNvSpPr>
          <p:nvPr>
            <p:ph type="sldNum" sz="quarter" idx="12"/>
          </p:nvPr>
        </p:nvSpPr>
        <p:spPr/>
        <p:txBody>
          <a:bodyPr/>
          <a:lstStyle/>
          <a:p>
            <a:fld id="{DB4D4326-0A2B-4092-84EE-8E30D1A4A46F}" type="slidenum">
              <a:rPr lang="es-MX" smtClean="0"/>
              <a:t>‹Nº›</a:t>
            </a:fld>
            <a:endParaRPr lang="es-MX"/>
          </a:p>
        </p:txBody>
      </p:sp>
    </p:spTree>
    <p:extLst>
      <p:ext uri="{BB962C8B-B14F-4D97-AF65-F5344CB8AC3E}">
        <p14:creationId xmlns:p14="http://schemas.microsoft.com/office/powerpoint/2010/main" val="220333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5D0F992-1111-46D3-090A-4CEA35A3F7B8}"/>
              </a:ext>
            </a:extLst>
          </p:cNvPr>
          <p:cNvSpPr>
            <a:spLocks noGrp="1"/>
          </p:cNvSpPr>
          <p:nvPr>
            <p:ph type="dt" sz="half" idx="10"/>
          </p:nvPr>
        </p:nvSpPr>
        <p:spPr/>
        <p:txBody>
          <a:bodyPr/>
          <a:lstStyle/>
          <a:p>
            <a:fld id="{E1F3B579-2E82-442A-8CCE-C9C1C313CE58}" type="datetimeFigureOut">
              <a:rPr lang="es-MX" smtClean="0"/>
              <a:t>26/03/2026</a:t>
            </a:fld>
            <a:endParaRPr lang="es-MX"/>
          </a:p>
        </p:txBody>
      </p:sp>
      <p:sp>
        <p:nvSpPr>
          <p:cNvPr id="3" name="Marcador de pie de página 2">
            <a:extLst>
              <a:ext uri="{FF2B5EF4-FFF2-40B4-BE49-F238E27FC236}">
                <a16:creationId xmlns:a16="http://schemas.microsoft.com/office/drawing/2014/main" id="{C47E4B20-235C-62D0-56C2-236C381E3676}"/>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E4BED0A2-CBA8-15CF-D709-A86D065532CC}"/>
              </a:ext>
            </a:extLst>
          </p:cNvPr>
          <p:cNvSpPr>
            <a:spLocks noGrp="1"/>
          </p:cNvSpPr>
          <p:nvPr>
            <p:ph type="sldNum" sz="quarter" idx="12"/>
          </p:nvPr>
        </p:nvSpPr>
        <p:spPr/>
        <p:txBody>
          <a:bodyPr/>
          <a:lstStyle/>
          <a:p>
            <a:fld id="{DB4D4326-0A2B-4092-84EE-8E30D1A4A46F}" type="slidenum">
              <a:rPr lang="es-MX" smtClean="0"/>
              <a:t>‹Nº›</a:t>
            </a:fld>
            <a:endParaRPr lang="es-MX"/>
          </a:p>
        </p:txBody>
      </p:sp>
    </p:spTree>
    <p:extLst>
      <p:ext uri="{BB962C8B-B14F-4D97-AF65-F5344CB8AC3E}">
        <p14:creationId xmlns:p14="http://schemas.microsoft.com/office/powerpoint/2010/main" val="1287525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E1670B-DB68-BB55-F952-2B0DC58E9A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0542729-3F87-3797-C88E-81A74EEA5E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D6EF664A-2390-F96D-DE95-A2233F1969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3727FDA-0A00-76CF-3CE8-43E9EAB171F5}"/>
              </a:ext>
            </a:extLst>
          </p:cNvPr>
          <p:cNvSpPr>
            <a:spLocks noGrp="1"/>
          </p:cNvSpPr>
          <p:nvPr>
            <p:ph type="dt" sz="half" idx="10"/>
          </p:nvPr>
        </p:nvSpPr>
        <p:spPr/>
        <p:txBody>
          <a:bodyPr/>
          <a:lstStyle/>
          <a:p>
            <a:fld id="{E1F3B579-2E82-442A-8CCE-C9C1C313CE58}" type="datetimeFigureOut">
              <a:rPr lang="es-MX" smtClean="0"/>
              <a:t>26/03/2026</a:t>
            </a:fld>
            <a:endParaRPr lang="es-MX"/>
          </a:p>
        </p:txBody>
      </p:sp>
      <p:sp>
        <p:nvSpPr>
          <p:cNvPr id="6" name="Marcador de pie de página 5">
            <a:extLst>
              <a:ext uri="{FF2B5EF4-FFF2-40B4-BE49-F238E27FC236}">
                <a16:creationId xmlns:a16="http://schemas.microsoft.com/office/drawing/2014/main" id="{9447F86E-D5FB-0169-B266-28D1B6A2449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F18EE5F-3D23-D433-8D5F-18E83A26459C}"/>
              </a:ext>
            </a:extLst>
          </p:cNvPr>
          <p:cNvSpPr>
            <a:spLocks noGrp="1"/>
          </p:cNvSpPr>
          <p:nvPr>
            <p:ph type="sldNum" sz="quarter" idx="12"/>
          </p:nvPr>
        </p:nvSpPr>
        <p:spPr/>
        <p:txBody>
          <a:bodyPr/>
          <a:lstStyle/>
          <a:p>
            <a:fld id="{DB4D4326-0A2B-4092-84EE-8E30D1A4A46F}" type="slidenum">
              <a:rPr lang="es-MX" smtClean="0"/>
              <a:t>‹Nº›</a:t>
            </a:fld>
            <a:endParaRPr lang="es-MX"/>
          </a:p>
        </p:txBody>
      </p:sp>
    </p:spTree>
    <p:extLst>
      <p:ext uri="{BB962C8B-B14F-4D97-AF65-F5344CB8AC3E}">
        <p14:creationId xmlns:p14="http://schemas.microsoft.com/office/powerpoint/2010/main" val="2870366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43D2A0-B3BB-2BA8-8392-82B93F13051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5BA247BD-C955-C02E-4940-AE6AC5A930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487F3756-62A1-2598-EA18-966D4139E3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F5739F3-7A5B-7962-A6FE-232E457D6380}"/>
              </a:ext>
            </a:extLst>
          </p:cNvPr>
          <p:cNvSpPr>
            <a:spLocks noGrp="1"/>
          </p:cNvSpPr>
          <p:nvPr>
            <p:ph type="dt" sz="half" idx="10"/>
          </p:nvPr>
        </p:nvSpPr>
        <p:spPr/>
        <p:txBody>
          <a:bodyPr/>
          <a:lstStyle/>
          <a:p>
            <a:fld id="{E1F3B579-2E82-442A-8CCE-C9C1C313CE58}" type="datetimeFigureOut">
              <a:rPr lang="es-MX" smtClean="0"/>
              <a:t>26/03/2026</a:t>
            </a:fld>
            <a:endParaRPr lang="es-MX"/>
          </a:p>
        </p:txBody>
      </p:sp>
      <p:sp>
        <p:nvSpPr>
          <p:cNvPr id="6" name="Marcador de pie de página 5">
            <a:extLst>
              <a:ext uri="{FF2B5EF4-FFF2-40B4-BE49-F238E27FC236}">
                <a16:creationId xmlns:a16="http://schemas.microsoft.com/office/drawing/2014/main" id="{FE3B8FE2-533E-1209-74CF-1FB8D292DA0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22FC4351-29B9-474E-BAC1-48D783D2EA39}"/>
              </a:ext>
            </a:extLst>
          </p:cNvPr>
          <p:cNvSpPr>
            <a:spLocks noGrp="1"/>
          </p:cNvSpPr>
          <p:nvPr>
            <p:ph type="sldNum" sz="quarter" idx="12"/>
          </p:nvPr>
        </p:nvSpPr>
        <p:spPr/>
        <p:txBody>
          <a:bodyPr/>
          <a:lstStyle/>
          <a:p>
            <a:fld id="{DB4D4326-0A2B-4092-84EE-8E30D1A4A46F}" type="slidenum">
              <a:rPr lang="es-MX" smtClean="0"/>
              <a:t>‹Nº›</a:t>
            </a:fld>
            <a:endParaRPr lang="es-MX"/>
          </a:p>
        </p:txBody>
      </p:sp>
    </p:spTree>
    <p:extLst>
      <p:ext uri="{BB962C8B-B14F-4D97-AF65-F5344CB8AC3E}">
        <p14:creationId xmlns:p14="http://schemas.microsoft.com/office/powerpoint/2010/main" val="1524926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805344-1945-4530-AFF6-AE65F5B27CB5}"/>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A61F4A6D-DD89-F88F-B8AE-B7816FC50198}"/>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327D54F-57ED-2DEC-4E6A-5B5FDAC44CC8}"/>
              </a:ext>
            </a:extLst>
          </p:cNvPr>
          <p:cNvSpPr>
            <a:spLocks noGrp="1"/>
          </p:cNvSpPr>
          <p:nvPr>
            <p:ph type="dt" sz="half" idx="10"/>
          </p:nvPr>
        </p:nvSpPr>
        <p:spPr/>
        <p:txBody>
          <a:bodyPr/>
          <a:lstStyle/>
          <a:p>
            <a:fld id="{E1F3B579-2E82-442A-8CCE-C9C1C313CE58}" type="datetimeFigureOut">
              <a:rPr lang="es-MX" smtClean="0"/>
              <a:t>26/03/2026</a:t>
            </a:fld>
            <a:endParaRPr lang="es-MX"/>
          </a:p>
        </p:txBody>
      </p:sp>
      <p:sp>
        <p:nvSpPr>
          <p:cNvPr id="5" name="Marcador de pie de página 4">
            <a:extLst>
              <a:ext uri="{FF2B5EF4-FFF2-40B4-BE49-F238E27FC236}">
                <a16:creationId xmlns:a16="http://schemas.microsoft.com/office/drawing/2014/main" id="{5BD6EFAC-0141-C664-A01A-334C3CD31A6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348C469-433F-C028-66C9-25757E33A4B3}"/>
              </a:ext>
            </a:extLst>
          </p:cNvPr>
          <p:cNvSpPr>
            <a:spLocks noGrp="1"/>
          </p:cNvSpPr>
          <p:nvPr>
            <p:ph type="sldNum" sz="quarter" idx="12"/>
          </p:nvPr>
        </p:nvSpPr>
        <p:spPr/>
        <p:txBody>
          <a:bodyPr/>
          <a:lstStyle/>
          <a:p>
            <a:fld id="{DB4D4326-0A2B-4092-84EE-8E30D1A4A46F}" type="slidenum">
              <a:rPr lang="es-MX" smtClean="0"/>
              <a:t>‹Nº›</a:t>
            </a:fld>
            <a:endParaRPr lang="es-MX"/>
          </a:p>
        </p:txBody>
      </p:sp>
    </p:spTree>
    <p:extLst>
      <p:ext uri="{BB962C8B-B14F-4D97-AF65-F5344CB8AC3E}">
        <p14:creationId xmlns:p14="http://schemas.microsoft.com/office/powerpoint/2010/main" val="3476855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B6605CE-EB79-FE13-7ACC-CA521B24811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87345CCD-8092-1ED5-EEE4-4C8A4E74415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4E50BDA-E51C-0F9C-F8C1-50AE09F566D6}"/>
              </a:ext>
            </a:extLst>
          </p:cNvPr>
          <p:cNvSpPr>
            <a:spLocks noGrp="1"/>
          </p:cNvSpPr>
          <p:nvPr>
            <p:ph type="dt" sz="half" idx="10"/>
          </p:nvPr>
        </p:nvSpPr>
        <p:spPr/>
        <p:txBody>
          <a:bodyPr/>
          <a:lstStyle/>
          <a:p>
            <a:fld id="{E1F3B579-2E82-442A-8CCE-C9C1C313CE58}" type="datetimeFigureOut">
              <a:rPr lang="es-MX" smtClean="0"/>
              <a:t>26/03/2026</a:t>
            </a:fld>
            <a:endParaRPr lang="es-MX"/>
          </a:p>
        </p:txBody>
      </p:sp>
      <p:sp>
        <p:nvSpPr>
          <p:cNvPr id="5" name="Marcador de pie de página 4">
            <a:extLst>
              <a:ext uri="{FF2B5EF4-FFF2-40B4-BE49-F238E27FC236}">
                <a16:creationId xmlns:a16="http://schemas.microsoft.com/office/drawing/2014/main" id="{DDAB3D20-6C15-7A32-F3F1-B6F008F26F8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26D66ED-2558-8169-762F-843BA117E705}"/>
              </a:ext>
            </a:extLst>
          </p:cNvPr>
          <p:cNvSpPr>
            <a:spLocks noGrp="1"/>
          </p:cNvSpPr>
          <p:nvPr>
            <p:ph type="sldNum" sz="quarter" idx="12"/>
          </p:nvPr>
        </p:nvSpPr>
        <p:spPr/>
        <p:txBody>
          <a:bodyPr/>
          <a:lstStyle/>
          <a:p>
            <a:fld id="{DB4D4326-0A2B-4092-84EE-8E30D1A4A46F}" type="slidenum">
              <a:rPr lang="es-MX" smtClean="0"/>
              <a:t>‹Nº›</a:t>
            </a:fld>
            <a:endParaRPr lang="es-MX"/>
          </a:p>
        </p:txBody>
      </p:sp>
    </p:spTree>
    <p:extLst>
      <p:ext uri="{BB962C8B-B14F-4D97-AF65-F5344CB8AC3E}">
        <p14:creationId xmlns:p14="http://schemas.microsoft.com/office/powerpoint/2010/main" val="1485853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A717152-004C-F8B8-73EA-E78C4402C6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B77FF8D-65C4-B5E1-EABE-5ECED81E9E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1CFFBE5-D5D1-03E2-FE6C-921A5DAB6F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F3B579-2E82-442A-8CCE-C9C1C313CE58}" type="datetimeFigureOut">
              <a:rPr lang="es-MX" smtClean="0"/>
              <a:t>26/03/2026</a:t>
            </a:fld>
            <a:endParaRPr lang="es-MX"/>
          </a:p>
        </p:txBody>
      </p:sp>
      <p:sp>
        <p:nvSpPr>
          <p:cNvPr id="5" name="Marcador de pie de página 4">
            <a:extLst>
              <a:ext uri="{FF2B5EF4-FFF2-40B4-BE49-F238E27FC236}">
                <a16:creationId xmlns:a16="http://schemas.microsoft.com/office/drawing/2014/main" id="{11291058-61DA-D6B0-A04A-CFFDB13B2C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F3B84872-EAF7-A8D9-B035-E8783F76FA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4D4326-0A2B-4092-84EE-8E30D1A4A46F}" type="slidenum">
              <a:rPr lang="es-MX" smtClean="0"/>
              <a:t>‹Nº›</a:t>
            </a:fld>
            <a:endParaRPr lang="es-MX"/>
          </a:p>
        </p:txBody>
      </p:sp>
    </p:spTree>
    <p:extLst>
      <p:ext uri="{BB962C8B-B14F-4D97-AF65-F5344CB8AC3E}">
        <p14:creationId xmlns:p14="http://schemas.microsoft.com/office/powerpoint/2010/main" val="9686469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FB1270D-5265-B985-8BD7-EFE6731BE529}"/>
              </a:ext>
            </a:extLst>
          </p:cNvPr>
          <p:cNvSpPr txBox="1"/>
          <p:nvPr/>
        </p:nvSpPr>
        <p:spPr>
          <a:xfrm>
            <a:off x="1116594" y="1929167"/>
            <a:ext cx="4622292" cy="3159904"/>
          </a:xfrm>
          <a:prstGeom prst="rect">
            <a:avLst/>
          </a:prstGeom>
          <a:noFill/>
        </p:spPr>
        <p:txBody>
          <a:bodyPr wrap="square">
            <a:spAutoFit/>
          </a:bodyPr>
          <a:lstStyle/>
          <a:p>
            <a:pPr algn="ctr">
              <a:lnSpc>
                <a:spcPct val="107000"/>
              </a:lnSpc>
              <a:spcAft>
                <a:spcPts val="800"/>
              </a:spcAft>
            </a:pPr>
            <a:r>
              <a:rPr lang="es-MX" b="1" dirty="0">
                <a:latin typeface="Arial" panose="020B0604020202020204" pitchFamily="34" charset="0"/>
                <a:ea typeface="Calibri" panose="020F0502020204030204" pitchFamily="34" charset="0"/>
                <a:cs typeface="Arial" panose="020B0604020202020204" pitchFamily="34" charset="0"/>
              </a:rPr>
              <a:t>Nombre del alumno: </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latin typeface="Arial" panose="020B0604020202020204" pitchFamily="34" charset="0"/>
                <a:ea typeface="Calibri" panose="020F0502020204030204" pitchFamily="34" charset="0"/>
                <a:cs typeface="Arial" panose="020B0604020202020204" pitchFamily="34" charset="0"/>
              </a:rPr>
              <a:t>Cynthia Jasmine Morales Torres</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b="1" dirty="0">
                <a:latin typeface="Arial" panose="020B0604020202020204" pitchFamily="34" charset="0"/>
                <a:ea typeface="Calibri" panose="020F0502020204030204" pitchFamily="34" charset="0"/>
                <a:cs typeface="Arial" panose="020B0604020202020204" pitchFamily="34" charset="0"/>
              </a:rPr>
              <a:t>Numero de control</a:t>
            </a:r>
            <a:r>
              <a:rPr lang="es-MX" dirty="0">
                <a:latin typeface="Arial" panose="020B0604020202020204" pitchFamily="34" charset="0"/>
                <a:ea typeface="Calibri" panose="020F0502020204030204" pitchFamily="34" charset="0"/>
                <a:cs typeface="Arial" panose="020B0604020202020204" pitchFamily="34" charset="0"/>
              </a:rPr>
              <a:t>:</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latin typeface="Arial" panose="020B0604020202020204" pitchFamily="34" charset="0"/>
                <a:ea typeface="Calibri" panose="020F0502020204030204" pitchFamily="34" charset="0"/>
                <a:cs typeface="Arial" panose="020B0604020202020204" pitchFamily="34" charset="0"/>
              </a:rPr>
              <a:t>231260014</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Semestre: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Sexto semestre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Especialidad:</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Ingeniería en Sistemas Computacionales.</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5" name="CuadroTexto 4">
            <a:extLst>
              <a:ext uri="{FF2B5EF4-FFF2-40B4-BE49-F238E27FC236}">
                <a16:creationId xmlns:a16="http://schemas.microsoft.com/office/drawing/2014/main" id="{27DCBD79-6E4F-3A07-410A-8FF0C32D7BAB}"/>
              </a:ext>
            </a:extLst>
          </p:cNvPr>
          <p:cNvSpPr txBox="1"/>
          <p:nvPr/>
        </p:nvSpPr>
        <p:spPr>
          <a:xfrm>
            <a:off x="5738886" y="1929167"/>
            <a:ext cx="6099048" cy="3159904"/>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Nombre del docente: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Ing. Francisco Javier Mingo Velázquez</a:t>
            </a:r>
          </a:p>
          <a:p>
            <a:pPr algn="ctr">
              <a:lnSpc>
                <a:spcPct val="107000"/>
              </a:lnSpc>
              <a:spcAft>
                <a:spcPts val="800"/>
              </a:spcAft>
            </a:pPr>
            <a:r>
              <a:rPr lang="es-MX" b="1" dirty="0">
                <a:effectLst/>
                <a:latin typeface="Arial" panose="020B0604020202020204" pitchFamily="34" charset="0"/>
                <a:ea typeface="Calibri" panose="020F0502020204030204" pitchFamily="34" charset="0"/>
                <a:cs typeface="Arial" panose="020B0604020202020204" pitchFamily="34" charset="0"/>
              </a:rPr>
              <a:t>Materia: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effectLst/>
                <a:latin typeface="Arial" panose="020B0604020202020204" pitchFamily="34" charset="0"/>
                <a:ea typeface="Calibri" panose="020F0502020204030204" pitchFamily="34" charset="0"/>
                <a:cs typeface="Arial" panose="020B0604020202020204" pitchFamily="34" charset="0"/>
              </a:rPr>
              <a:t>Lenguajes y Autómatas 1</a:t>
            </a:r>
            <a:endParaRPr lang="es-MX"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Nombre del trabajo:</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latin typeface="Arial" panose="020B0604020202020204" pitchFamily="34" charset="0"/>
                <a:ea typeface="Calibri" panose="020F0502020204030204" pitchFamily="34" charset="0"/>
                <a:cs typeface="Arial" panose="020B0604020202020204" pitchFamily="34" charset="0"/>
              </a:rPr>
              <a:t>5.3 Ejercicios</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Fecha de entrega:</a:t>
            </a:r>
          </a:p>
          <a:p>
            <a:pPr algn="ctr">
              <a:lnSpc>
                <a:spcPct val="107000"/>
              </a:lnSpc>
              <a:spcAft>
                <a:spcPts val="800"/>
              </a:spcAft>
            </a:pPr>
            <a:r>
              <a:rPr lang="es-MX" b="1" dirty="0">
                <a:latin typeface="Arial" panose="020B0604020202020204" pitchFamily="34" charset="0"/>
                <a:ea typeface="Calibri" panose="020F0502020204030204" pitchFamily="34" charset="0"/>
                <a:cs typeface="Arial" panose="020B0604020202020204" pitchFamily="34" charset="0"/>
              </a:rPr>
              <a:t>26/03/2026</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6" name="CuadroTexto 5">
            <a:extLst>
              <a:ext uri="{FF2B5EF4-FFF2-40B4-BE49-F238E27FC236}">
                <a16:creationId xmlns:a16="http://schemas.microsoft.com/office/drawing/2014/main" id="{46C57557-E429-7B4E-B8C9-4801B7F52C0C}"/>
              </a:ext>
            </a:extLst>
          </p:cNvPr>
          <p:cNvSpPr txBox="1"/>
          <p:nvPr/>
        </p:nvSpPr>
        <p:spPr>
          <a:xfrm>
            <a:off x="2875026" y="5442826"/>
            <a:ext cx="6099048" cy="766172"/>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Frontera Comalapa, Chiapas. A </a:t>
            </a:r>
            <a:r>
              <a:rPr lang="es-MX" dirty="0">
                <a:latin typeface="Arial" panose="020B0604020202020204" pitchFamily="34" charset="0"/>
                <a:ea typeface="Calibri" panose="020F0502020204030204" pitchFamily="34" charset="0"/>
                <a:cs typeface="Arial" panose="020B0604020202020204" pitchFamily="34" charset="0"/>
              </a:rPr>
              <a:t>26</a:t>
            </a:r>
            <a:r>
              <a:rPr lang="es-MX" sz="1800" dirty="0">
                <a:effectLst/>
                <a:latin typeface="Arial" panose="020B0604020202020204" pitchFamily="34" charset="0"/>
                <a:ea typeface="Calibri" panose="020F0502020204030204" pitchFamily="34" charset="0"/>
                <a:cs typeface="Arial" panose="020B0604020202020204" pitchFamily="34" charset="0"/>
              </a:rPr>
              <a:t> de Marzo del 2026.</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AF9A495F-F140-A939-4491-5271125CBAF3}"/>
              </a:ext>
            </a:extLst>
          </p:cNvPr>
          <p:cNvSpPr txBox="1"/>
          <p:nvPr/>
        </p:nvSpPr>
        <p:spPr>
          <a:xfrm>
            <a:off x="2805831" y="923112"/>
            <a:ext cx="6099048" cy="766172"/>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Instituto Tecnológico de Frontera Comalapa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Modalidad Mixta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grpSp>
        <p:nvGrpSpPr>
          <p:cNvPr id="8" name="Grupo 7">
            <a:extLst>
              <a:ext uri="{FF2B5EF4-FFF2-40B4-BE49-F238E27FC236}">
                <a16:creationId xmlns:a16="http://schemas.microsoft.com/office/drawing/2014/main" id="{3D29E0A1-14BA-ADB2-4150-C0ACC3B26799}"/>
              </a:ext>
            </a:extLst>
          </p:cNvPr>
          <p:cNvGrpSpPr/>
          <p:nvPr/>
        </p:nvGrpSpPr>
        <p:grpSpPr>
          <a:xfrm>
            <a:off x="2805831" y="285793"/>
            <a:ext cx="6357600" cy="637319"/>
            <a:chOff x="0" y="0"/>
            <a:chExt cx="5454045" cy="554990"/>
          </a:xfrm>
        </p:grpSpPr>
        <p:pic>
          <p:nvPicPr>
            <p:cNvPr id="9" name="Imagen 8">
              <a:extLst>
                <a:ext uri="{FF2B5EF4-FFF2-40B4-BE49-F238E27FC236}">
                  <a16:creationId xmlns:a16="http://schemas.microsoft.com/office/drawing/2014/main" id="{72D85319-DDB5-0383-4E3C-6C4357BEC7DE}"/>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ackgroundRemoval t="0" b="100000" l="0" r="98790">
                          <a14:foregroundMark x1="69758" y1="22660" x2="69758" y2="22660"/>
                          <a14:foregroundMark x1="74194" y1="18227" x2="74194" y2="18227"/>
                          <a14:foregroundMark x1="84274" y1="16256" x2="84274" y2="16256"/>
                          <a14:foregroundMark x1="92339" y1="19704" x2="92339" y2="19704"/>
                          <a14:foregroundMark x1="95968" y1="25123" x2="95968" y2="25123"/>
                          <a14:foregroundMark x1="90323" y1="27094" x2="90323" y2="27094"/>
                          <a14:foregroundMark x1="80645" y1="21182" x2="80645" y2="21182"/>
                          <a14:foregroundMark x1="75806" y1="30542" x2="75806" y2="30542"/>
                          <a14:foregroundMark x1="75806" y1="36946" x2="75806" y2="36946"/>
                          <a14:foregroundMark x1="80242" y1="36453" x2="80242" y2="36453"/>
                          <a14:foregroundMark x1="80645" y1="30542" x2="80645" y2="30542"/>
                          <a14:foregroundMark x1="84677" y1="30049" x2="84677" y2="30049"/>
                          <a14:foregroundMark x1="84677" y1="36946" x2="84677" y2="36946"/>
                          <a14:foregroundMark x1="75403" y1="42857" x2="75403" y2="42857"/>
                          <a14:foregroundMark x1="81048" y1="46305" x2="81048" y2="46305"/>
                          <a14:foregroundMark x1="70161" y1="52217" x2="70161" y2="52217"/>
                          <a14:foregroundMark x1="77419" y1="51724" x2="77419" y2="51724"/>
                          <a14:foregroundMark x1="81452" y1="52217" x2="81452" y2="52217"/>
                          <a14:foregroundMark x1="85484" y1="51232" x2="85484" y2="51232"/>
                          <a14:foregroundMark x1="90323" y1="42365" x2="90323" y2="42365"/>
                        </a14:backgroundRemoval>
                      </a14:imgEffect>
                    </a14:imgLayer>
                  </a14:imgProps>
                </a:ext>
                <a:ext uri="{28A0092B-C50C-407E-A947-70E740481C1C}">
                  <a14:useLocalDpi xmlns:a14="http://schemas.microsoft.com/office/drawing/2010/main" val="0"/>
                </a:ext>
              </a:extLst>
            </a:blip>
            <a:srcRect b="29873"/>
            <a:stretch/>
          </p:blipFill>
          <p:spPr bwMode="auto">
            <a:xfrm>
              <a:off x="4486940" y="0"/>
              <a:ext cx="967105" cy="554990"/>
            </a:xfrm>
            <a:prstGeom prst="rect">
              <a:avLst/>
            </a:prstGeom>
            <a:ln>
              <a:noFill/>
            </a:ln>
            <a:extLst>
              <a:ext uri="{53640926-AAD7-44D8-BBD7-CCE9431645EC}">
                <a14:shadowObscured xmlns:a14="http://schemas.microsoft.com/office/drawing/2010/main"/>
              </a:ext>
            </a:extLst>
          </p:spPr>
        </p:pic>
        <p:pic>
          <p:nvPicPr>
            <p:cNvPr id="10" name="Imagen 9">
              <a:extLst>
                <a:ext uri="{FF2B5EF4-FFF2-40B4-BE49-F238E27FC236}">
                  <a16:creationId xmlns:a16="http://schemas.microsoft.com/office/drawing/2014/main" id="{9B11692C-9C3A-B3A4-F1E3-277D489DA9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3442" y="0"/>
              <a:ext cx="1221740" cy="539115"/>
            </a:xfrm>
            <a:prstGeom prst="rect">
              <a:avLst/>
            </a:prstGeom>
          </p:spPr>
        </p:pic>
        <p:pic>
          <p:nvPicPr>
            <p:cNvPr id="11" name="Imagen 10">
              <a:extLst>
                <a:ext uri="{FF2B5EF4-FFF2-40B4-BE49-F238E27FC236}">
                  <a16:creationId xmlns:a16="http://schemas.microsoft.com/office/drawing/2014/main" id="{F5DBF49D-4CB0-F3C5-0BED-A49EE26DCC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2615565" cy="541655"/>
            </a:xfrm>
            <a:prstGeom prst="rect">
              <a:avLst/>
            </a:prstGeom>
          </p:spPr>
        </p:pic>
        <p:cxnSp>
          <p:nvCxnSpPr>
            <p:cNvPr id="12" name="Conector recto 11">
              <a:extLst>
                <a:ext uri="{FF2B5EF4-FFF2-40B4-BE49-F238E27FC236}">
                  <a16:creationId xmlns:a16="http://schemas.microsoft.com/office/drawing/2014/main" id="{E5519225-9ED3-B37C-A7C3-0291E7B82A62}"/>
                </a:ext>
              </a:extLst>
            </p:cNvPr>
            <p:cNvCxnSpPr/>
            <p:nvPr/>
          </p:nvCxnSpPr>
          <p:spPr>
            <a:xfrm>
              <a:off x="2849526" y="53163"/>
              <a:ext cx="0" cy="435935"/>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4173354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3BD628-B8CA-FA40-673C-07A429765138}"/>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652CAA25-B583-4AF9-EA6C-F98858D1E4EA}"/>
              </a:ext>
            </a:extLst>
          </p:cNvPr>
          <p:cNvSpPr>
            <a:spLocks noGrp="1"/>
          </p:cNvSpPr>
          <p:nvPr>
            <p:ph idx="1"/>
          </p:nvPr>
        </p:nvSpPr>
        <p:spPr/>
        <p:txBody>
          <a:bodyPr>
            <a:normAutofit/>
          </a:bodyPr>
          <a:lstStyle/>
          <a:p>
            <a:pPr marL="0" indent="0" algn="just">
              <a:buNone/>
            </a:pPr>
            <a:r>
              <a:rPr lang="es-MX" sz="1800" dirty="0"/>
              <a:t>En este ejercicio se pone en práctica la ejecución de un analizador sintáctico previamente desarrollado, utilizando una interfaz gráfica que permite al usuario ingresar código para su análisis. El objetivo es comprobar el funcionamiento del sistema, observando cómo el programa procesa las entradas, valida su estructura y muestra resultados dependiendo de si el código es correcto o presenta errores. Esta actividad permite visualizar de manera clara el comportamiento del analizador en un entorno interactivo.</a:t>
            </a:r>
          </a:p>
        </p:txBody>
      </p:sp>
    </p:spTree>
    <p:extLst>
      <p:ext uri="{BB962C8B-B14F-4D97-AF65-F5344CB8AC3E}">
        <p14:creationId xmlns:p14="http://schemas.microsoft.com/office/powerpoint/2010/main" val="2031754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CC6D76-9028-015D-5A0B-45A812062622}"/>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51886088-6FFD-597C-C32E-8E1292ED58D5}"/>
              </a:ext>
            </a:extLst>
          </p:cNvPr>
          <p:cNvSpPr>
            <a:spLocks noGrp="1"/>
          </p:cNvSpPr>
          <p:nvPr>
            <p:ph idx="1"/>
          </p:nvPr>
        </p:nvSpPr>
        <p:spPr/>
        <p:txBody>
          <a:bodyPr>
            <a:normAutofit/>
          </a:bodyPr>
          <a:lstStyle/>
          <a:p>
            <a:pPr marL="0" indent="0" algn="just">
              <a:buNone/>
            </a:pPr>
            <a:r>
              <a:rPr lang="es-MX" sz="2000" dirty="0"/>
              <a:t>Este ejercicio es importante porque permite verificar de forma práctica el correcto funcionamiento del analizador sintáctico implementado. A través de la interacción con la interfaz, se pueden identificar errores y aciertos en la estructura del código ingresado, lo cual refuerza la comprensión de las reglas del lenguaje definidas. Además, ayuda a desarrollar habilidades en pruebas de software, validación de resultados y uso de interfaces gráficas, aspectos fundamentales en el desarrollo de aplicaciones.</a:t>
            </a:r>
          </a:p>
        </p:txBody>
      </p:sp>
    </p:spTree>
    <p:extLst>
      <p:ext uri="{BB962C8B-B14F-4D97-AF65-F5344CB8AC3E}">
        <p14:creationId xmlns:p14="http://schemas.microsoft.com/office/powerpoint/2010/main" val="2829881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47851B-DEF4-B8D9-B1C0-2E7E76D87117}"/>
              </a:ext>
            </a:extLst>
          </p:cNvPr>
          <p:cNvSpPr>
            <a:spLocks noGrp="1"/>
          </p:cNvSpPr>
          <p:nvPr>
            <p:ph type="title"/>
          </p:nvPr>
        </p:nvSpPr>
        <p:spPr/>
        <p:txBody>
          <a:bodyPr/>
          <a:lstStyle/>
          <a:p>
            <a:r>
              <a:rPr lang="es-MX" dirty="0"/>
              <a:t>1. Ejecutaremos nuestro programa de análisis sintáctico en nuestro </a:t>
            </a:r>
            <a:r>
              <a:rPr lang="es-MX" dirty="0" err="1"/>
              <a:t>Main</a:t>
            </a:r>
            <a:r>
              <a:rPr lang="es-MX" dirty="0"/>
              <a:t> </a:t>
            </a:r>
            <a:r>
              <a:rPr lang="es-MX" dirty="0" err="1"/>
              <a:t>Application</a:t>
            </a:r>
            <a:endParaRPr lang="es-MX" dirty="0"/>
          </a:p>
        </p:txBody>
      </p:sp>
      <p:pic>
        <p:nvPicPr>
          <p:cNvPr id="5" name="Marcador de contenido 4">
            <a:extLst>
              <a:ext uri="{FF2B5EF4-FFF2-40B4-BE49-F238E27FC236}">
                <a16:creationId xmlns:a16="http://schemas.microsoft.com/office/drawing/2014/main" id="{95668583-18A4-00C2-4896-58C8FE12FCBA}"/>
              </a:ext>
            </a:extLst>
          </p:cNvPr>
          <p:cNvPicPr>
            <a:picLocks noGrp="1" noChangeAspect="1"/>
          </p:cNvPicPr>
          <p:nvPr>
            <p:ph idx="1"/>
          </p:nvPr>
        </p:nvPicPr>
        <p:blipFill>
          <a:blip r:embed="rId2"/>
          <a:stretch>
            <a:fillRect/>
          </a:stretch>
        </p:blipFill>
        <p:spPr>
          <a:xfrm>
            <a:off x="838200" y="2209799"/>
            <a:ext cx="5675747" cy="2806201"/>
          </a:xfrm>
        </p:spPr>
      </p:pic>
      <p:sp>
        <p:nvSpPr>
          <p:cNvPr id="6" name="CuadroTexto 5">
            <a:extLst>
              <a:ext uri="{FF2B5EF4-FFF2-40B4-BE49-F238E27FC236}">
                <a16:creationId xmlns:a16="http://schemas.microsoft.com/office/drawing/2014/main" id="{FD3F09AA-FDB8-5F26-71DE-008B1DA147F5}"/>
              </a:ext>
            </a:extLst>
          </p:cNvPr>
          <p:cNvSpPr txBox="1"/>
          <p:nvPr/>
        </p:nvSpPr>
        <p:spPr>
          <a:xfrm>
            <a:off x="6905625" y="2209800"/>
            <a:ext cx="3352800" cy="923330"/>
          </a:xfrm>
          <a:prstGeom prst="rect">
            <a:avLst/>
          </a:prstGeom>
          <a:noFill/>
        </p:spPr>
        <p:txBody>
          <a:bodyPr wrap="square" rtlCol="0">
            <a:spAutoFit/>
          </a:bodyPr>
          <a:lstStyle/>
          <a:p>
            <a:r>
              <a:rPr lang="es-MX" dirty="0"/>
              <a:t>En esta sección ejecutaremos nuestro programa para poder </a:t>
            </a:r>
            <a:r>
              <a:rPr lang="es-MX" dirty="0" err="1"/>
              <a:t>interacturar</a:t>
            </a:r>
            <a:r>
              <a:rPr lang="es-MX" dirty="0"/>
              <a:t> con la interfaz creada</a:t>
            </a:r>
          </a:p>
        </p:txBody>
      </p:sp>
      <p:pic>
        <p:nvPicPr>
          <p:cNvPr id="8" name="Imagen 7">
            <a:extLst>
              <a:ext uri="{FF2B5EF4-FFF2-40B4-BE49-F238E27FC236}">
                <a16:creationId xmlns:a16="http://schemas.microsoft.com/office/drawing/2014/main" id="{92F587FA-FA03-3EA1-16D4-C6C42194E0E4}"/>
              </a:ext>
            </a:extLst>
          </p:cNvPr>
          <p:cNvPicPr>
            <a:picLocks noChangeAspect="1"/>
          </p:cNvPicPr>
          <p:nvPr/>
        </p:nvPicPr>
        <p:blipFill>
          <a:blip r:embed="rId3"/>
          <a:stretch>
            <a:fillRect/>
          </a:stretch>
        </p:blipFill>
        <p:spPr>
          <a:xfrm>
            <a:off x="7138807" y="3305718"/>
            <a:ext cx="2581635" cy="362001"/>
          </a:xfrm>
          <a:prstGeom prst="rect">
            <a:avLst/>
          </a:prstGeom>
        </p:spPr>
      </p:pic>
      <p:pic>
        <p:nvPicPr>
          <p:cNvPr id="10" name="Imagen 9">
            <a:extLst>
              <a:ext uri="{FF2B5EF4-FFF2-40B4-BE49-F238E27FC236}">
                <a16:creationId xmlns:a16="http://schemas.microsoft.com/office/drawing/2014/main" id="{075B22BF-4A69-2231-AC4D-F9C4DE3F04F1}"/>
              </a:ext>
            </a:extLst>
          </p:cNvPr>
          <p:cNvPicPr>
            <a:picLocks noChangeAspect="1"/>
          </p:cNvPicPr>
          <p:nvPr/>
        </p:nvPicPr>
        <p:blipFill>
          <a:blip r:embed="rId4"/>
          <a:stretch>
            <a:fillRect/>
          </a:stretch>
        </p:blipFill>
        <p:spPr>
          <a:xfrm>
            <a:off x="6905625" y="3854451"/>
            <a:ext cx="3364751" cy="2638424"/>
          </a:xfrm>
          <a:prstGeom prst="rect">
            <a:avLst/>
          </a:prstGeom>
        </p:spPr>
      </p:pic>
    </p:spTree>
    <p:extLst>
      <p:ext uri="{BB962C8B-B14F-4D97-AF65-F5344CB8AC3E}">
        <p14:creationId xmlns:p14="http://schemas.microsoft.com/office/powerpoint/2010/main" val="513389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CF19C6-8581-5B7F-7382-D0E40C7F2BE9}"/>
              </a:ext>
            </a:extLst>
          </p:cNvPr>
          <p:cNvSpPr>
            <a:spLocks noGrp="1"/>
          </p:cNvSpPr>
          <p:nvPr>
            <p:ph type="title"/>
          </p:nvPr>
        </p:nvSpPr>
        <p:spPr/>
        <p:txBody>
          <a:bodyPr>
            <a:normAutofit fontScale="90000"/>
          </a:bodyPr>
          <a:lstStyle/>
          <a:p>
            <a:r>
              <a:rPr lang="es-MX" dirty="0"/>
              <a:t>Se noes presenta la pantalla de nuestra interfaz donde ingresaremos de la siguiente manera para comprobar su funcionamiento</a:t>
            </a:r>
          </a:p>
        </p:txBody>
      </p:sp>
      <p:pic>
        <p:nvPicPr>
          <p:cNvPr id="5" name="Marcador de contenido 4">
            <a:extLst>
              <a:ext uri="{FF2B5EF4-FFF2-40B4-BE49-F238E27FC236}">
                <a16:creationId xmlns:a16="http://schemas.microsoft.com/office/drawing/2014/main" id="{C91C29FD-D7A2-73E3-064D-2E833612D8D9}"/>
              </a:ext>
            </a:extLst>
          </p:cNvPr>
          <p:cNvPicPr>
            <a:picLocks noGrp="1" noChangeAspect="1"/>
          </p:cNvPicPr>
          <p:nvPr>
            <p:ph idx="1"/>
          </p:nvPr>
        </p:nvPicPr>
        <p:blipFill>
          <a:blip r:embed="rId2"/>
          <a:stretch>
            <a:fillRect/>
          </a:stretch>
        </p:blipFill>
        <p:spPr>
          <a:xfrm>
            <a:off x="838200" y="2103436"/>
            <a:ext cx="3504444" cy="2747963"/>
          </a:xfrm>
        </p:spPr>
      </p:pic>
      <p:sp>
        <p:nvSpPr>
          <p:cNvPr id="8" name="CuadroTexto 7">
            <a:extLst>
              <a:ext uri="{FF2B5EF4-FFF2-40B4-BE49-F238E27FC236}">
                <a16:creationId xmlns:a16="http://schemas.microsoft.com/office/drawing/2014/main" id="{0B4E1977-3766-0E6A-A907-339F5EAE52F4}"/>
              </a:ext>
            </a:extLst>
          </p:cNvPr>
          <p:cNvSpPr txBox="1"/>
          <p:nvPr/>
        </p:nvSpPr>
        <p:spPr>
          <a:xfrm>
            <a:off x="4876800" y="2190750"/>
            <a:ext cx="2752725" cy="923330"/>
          </a:xfrm>
          <a:prstGeom prst="rect">
            <a:avLst/>
          </a:prstGeom>
          <a:noFill/>
        </p:spPr>
        <p:txBody>
          <a:bodyPr wrap="square" rtlCol="0">
            <a:spAutoFit/>
          </a:bodyPr>
          <a:lstStyle/>
          <a:p>
            <a:r>
              <a:rPr lang="es-MX" dirty="0"/>
              <a:t>Ingresaremos lo siguiente y damos </a:t>
            </a:r>
            <a:r>
              <a:rPr lang="es-MX" dirty="0" err="1"/>
              <a:t>click</a:t>
            </a:r>
            <a:r>
              <a:rPr lang="es-MX" dirty="0"/>
              <a:t> al botón analizar</a:t>
            </a:r>
          </a:p>
        </p:txBody>
      </p:sp>
      <p:pic>
        <p:nvPicPr>
          <p:cNvPr id="10" name="Imagen 9">
            <a:extLst>
              <a:ext uri="{FF2B5EF4-FFF2-40B4-BE49-F238E27FC236}">
                <a16:creationId xmlns:a16="http://schemas.microsoft.com/office/drawing/2014/main" id="{D10D4228-8E46-6D29-AA1A-2AF5FA3F6200}"/>
              </a:ext>
            </a:extLst>
          </p:cNvPr>
          <p:cNvPicPr>
            <a:picLocks noChangeAspect="1"/>
          </p:cNvPicPr>
          <p:nvPr/>
        </p:nvPicPr>
        <p:blipFill>
          <a:blip r:embed="rId3"/>
          <a:stretch>
            <a:fillRect/>
          </a:stretch>
        </p:blipFill>
        <p:spPr>
          <a:xfrm>
            <a:off x="4876800" y="3275189"/>
            <a:ext cx="2819295" cy="1325563"/>
          </a:xfrm>
          <a:prstGeom prst="rect">
            <a:avLst/>
          </a:prstGeom>
        </p:spPr>
      </p:pic>
      <p:sp>
        <p:nvSpPr>
          <p:cNvPr id="11" name="CuadroTexto 10">
            <a:extLst>
              <a:ext uri="{FF2B5EF4-FFF2-40B4-BE49-F238E27FC236}">
                <a16:creationId xmlns:a16="http://schemas.microsoft.com/office/drawing/2014/main" id="{FC6B5790-2A21-75A6-B251-05F8B3760C69}"/>
              </a:ext>
            </a:extLst>
          </p:cNvPr>
          <p:cNvSpPr txBox="1"/>
          <p:nvPr/>
        </p:nvSpPr>
        <p:spPr>
          <a:xfrm>
            <a:off x="8267700" y="2324100"/>
            <a:ext cx="3504444" cy="646331"/>
          </a:xfrm>
          <a:prstGeom prst="rect">
            <a:avLst/>
          </a:prstGeom>
          <a:noFill/>
        </p:spPr>
        <p:txBody>
          <a:bodyPr wrap="square" rtlCol="0">
            <a:spAutoFit/>
          </a:bodyPr>
          <a:lstStyle/>
          <a:p>
            <a:r>
              <a:rPr lang="es-MX" dirty="0"/>
              <a:t>En seguida nos mostrara el resultado del analizador </a:t>
            </a:r>
            <a:r>
              <a:rPr lang="es-MX" dirty="0" err="1"/>
              <a:t>sintactico</a:t>
            </a:r>
            <a:endParaRPr lang="es-MX" dirty="0"/>
          </a:p>
        </p:txBody>
      </p:sp>
      <p:pic>
        <p:nvPicPr>
          <p:cNvPr id="13" name="Imagen 12">
            <a:extLst>
              <a:ext uri="{FF2B5EF4-FFF2-40B4-BE49-F238E27FC236}">
                <a16:creationId xmlns:a16="http://schemas.microsoft.com/office/drawing/2014/main" id="{42B68862-D48E-22B3-3F47-AA1CD98E4051}"/>
              </a:ext>
            </a:extLst>
          </p:cNvPr>
          <p:cNvPicPr>
            <a:picLocks noChangeAspect="1"/>
          </p:cNvPicPr>
          <p:nvPr/>
        </p:nvPicPr>
        <p:blipFill>
          <a:blip r:embed="rId4"/>
          <a:stretch>
            <a:fillRect/>
          </a:stretch>
        </p:blipFill>
        <p:spPr>
          <a:xfrm>
            <a:off x="8282590" y="3009153"/>
            <a:ext cx="2200582" cy="1857634"/>
          </a:xfrm>
          <a:prstGeom prst="rect">
            <a:avLst/>
          </a:prstGeom>
        </p:spPr>
      </p:pic>
      <p:pic>
        <p:nvPicPr>
          <p:cNvPr id="15" name="Imagen 14">
            <a:extLst>
              <a:ext uri="{FF2B5EF4-FFF2-40B4-BE49-F238E27FC236}">
                <a16:creationId xmlns:a16="http://schemas.microsoft.com/office/drawing/2014/main" id="{1095E3CE-E893-AA12-7174-151B29BFF2A4}"/>
              </a:ext>
            </a:extLst>
          </p:cNvPr>
          <p:cNvPicPr>
            <a:picLocks noChangeAspect="1"/>
          </p:cNvPicPr>
          <p:nvPr/>
        </p:nvPicPr>
        <p:blipFill>
          <a:blip r:embed="rId5"/>
          <a:stretch>
            <a:fillRect/>
          </a:stretch>
        </p:blipFill>
        <p:spPr>
          <a:xfrm>
            <a:off x="8253412" y="4905509"/>
            <a:ext cx="2010056" cy="1228896"/>
          </a:xfrm>
          <a:prstGeom prst="rect">
            <a:avLst/>
          </a:prstGeom>
        </p:spPr>
      </p:pic>
    </p:spTree>
    <p:extLst>
      <p:ext uri="{BB962C8B-B14F-4D97-AF65-F5344CB8AC3E}">
        <p14:creationId xmlns:p14="http://schemas.microsoft.com/office/powerpoint/2010/main" val="2844162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E96C4D-2720-4DDB-28D9-262D8BEBEACD}"/>
              </a:ext>
            </a:extLst>
          </p:cNvPr>
          <p:cNvSpPr>
            <a:spLocks noGrp="1"/>
          </p:cNvSpPr>
          <p:nvPr>
            <p:ph type="title"/>
          </p:nvPr>
        </p:nvSpPr>
        <p:spPr/>
        <p:txBody>
          <a:bodyPr/>
          <a:lstStyle/>
          <a:p>
            <a:r>
              <a:rPr lang="es-MX" dirty="0"/>
              <a:t>Si en dado caso nuestro código a analizar es incorrecto se vería de la siguiente manera</a:t>
            </a:r>
          </a:p>
        </p:txBody>
      </p:sp>
      <p:pic>
        <p:nvPicPr>
          <p:cNvPr id="5" name="Marcador de contenido 4">
            <a:extLst>
              <a:ext uri="{FF2B5EF4-FFF2-40B4-BE49-F238E27FC236}">
                <a16:creationId xmlns:a16="http://schemas.microsoft.com/office/drawing/2014/main" id="{7B04D63B-8D11-9077-8082-F4C3A09DC217}"/>
              </a:ext>
            </a:extLst>
          </p:cNvPr>
          <p:cNvPicPr>
            <a:picLocks noGrp="1" noChangeAspect="1"/>
          </p:cNvPicPr>
          <p:nvPr>
            <p:ph idx="1"/>
          </p:nvPr>
        </p:nvPicPr>
        <p:blipFill>
          <a:blip r:embed="rId2"/>
          <a:stretch>
            <a:fillRect/>
          </a:stretch>
        </p:blipFill>
        <p:spPr>
          <a:xfrm>
            <a:off x="337086" y="2018638"/>
            <a:ext cx="3874447" cy="2239037"/>
          </a:xfrm>
        </p:spPr>
      </p:pic>
      <p:pic>
        <p:nvPicPr>
          <p:cNvPr id="7" name="Imagen 6">
            <a:extLst>
              <a:ext uri="{FF2B5EF4-FFF2-40B4-BE49-F238E27FC236}">
                <a16:creationId xmlns:a16="http://schemas.microsoft.com/office/drawing/2014/main" id="{5F3A5B62-2660-EAA1-FDC9-0124E2CD4CD1}"/>
              </a:ext>
            </a:extLst>
          </p:cNvPr>
          <p:cNvPicPr>
            <a:picLocks noChangeAspect="1"/>
          </p:cNvPicPr>
          <p:nvPr/>
        </p:nvPicPr>
        <p:blipFill>
          <a:blip r:embed="rId3"/>
          <a:stretch>
            <a:fillRect/>
          </a:stretch>
        </p:blipFill>
        <p:spPr>
          <a:xfrm>
            <a:off x="4419600" y="3768732"/>
            <a:ext cx="4172424" cy="2632068"/>
          </a:xfrm>
          <a:prstGeom prst="rect">
            <a:avLst/>
          </a:prstGeom>
        </p:spPr>
      </p:pic>
      <p:pic>
        <p:nvPicPr>
          <p:cNvPr id="9" name="Imagen 8">
            <a:extLst>
              <a:ext uri="{FF2B5EF4-FFF2-40B4-BE49-F238E27FC236}">
                <a16:creationId xmlns:a16="http://schemas.microsoft.com/office/drawing/2014/main" id="{61FF3DB7-4A19-7C2E-FD3D-BF88F8D24C1F}"/>
              </a:ext>
            </a:extLst>
          </p:cNvPr>
          <p:cNvPicPr>
            <a:picLocks noChangeAspect="1"/>
          </p:cNvPicPr>
          <p:nvPr/>
        </p:nvPicPr>
        <p:blipFill>
          <a:blip r:embed="rId4"/>
          <a:stretch>
            <a:fillRect/>
          </a:stretch>
        </p:blipFill>
        <p:spPr>
          <a:xfrm>
            <a:off x="7457813" y="2078713"/>
            <a:ext cx="3982085" cy="2239037"/>
          </a:xfrm>
          <a:prstGeom prst="rect">
            <a:avLst/>
          </a:prstGeom>
        </p:spPr>
      </p:pic>
    </p:spTree>
    <p:extLst>
      <p:ext uri="{BB962C8B-B14F-4D97-AF65-F5344CB8AC3E}">
        <p14:creationId xmlns:p14="http://schemas.microsoft.com/office/powerpoint/2010/main" val="4214512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2F1240-A7E6-C63F-2C9E-0D1A70D01E27}"/>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EC19B72F-FE39-16AE-276A-B1B0FCF30621}"/>
              </a:ext>
            </a:extLst>
          </p:cNvPr>
          <p:cNvSpPr>
            <a:spLocks noGrp="1"/>
          </p:cNvSpPr>
          <p:nvPr>
            <p:ph idx="1"/>
          </p:nvPr>
        </p:nvSpPr>
        <p:spPr/>
        <p:txBody>
          <a:bodyPr>
            <a:normAutofit/>
          </a:bodyPr>
          <a:lstStyle/>
          <a:p>
            <a:pPr marL="0" indent="0" algn="just">
              <a:buNone/>
            </a:pPr>
            <a:r>
              <a:rPr lang="es-MX" sz="2000" dirty="0"/>
              <a:t>En conclusión, este ejercicio permitió comprobar que el analizador sintáctico funciona correctamente al identificar tanto expresiones válidas como errores en el código ingresado. La interacción con la interfaz facilitó la comprensión del proceso de análisis y validación, demostrando la importancia de seguir reglas sintácticas en un lenguaje de programación. Esta práctica fortalece los conocimientos adquiridos y contribuye al desarrollo de habilidades en programación y análisis de sistemas.</a:t>
            </a:r>
          </a:p>
        </p:txBody>
      </p:sp>
    </p:spTree>
    <p:extLst>
      <p:ext uri="{BB962C8B-B14F-4D97-AF65-F5344CB8AC3E}">
        <p14:creationId xmlns:p14="http://schemas.microsoft.com/office/powerpoint/2010/main" val="420805854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383</Words>
  <Application>Microsoft Office PowerPoint</Application>
  <PresentationFormat>Panorámica</PresentationFormat>
  <Paragraphs>32</Paragraphs>
  <Slides>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Arial</vt:lpstr>
      <vt:lpstr>Calibri</vt:lpstr>
      <vt:lpstr>Calibri Light</vt:lpstr>
      <vt:lpstr>Tema de Office</vt:lpstr>
      <vt:lpstr>Presentación de PowerPoint</vt:lpstr>
      <vt:lpstr>Introducción </vt:lpstr>
      <vt:lpstr>Justificación </vt:lpstr>
      <vt:lpstr>1. Ejecutaremos nuestro programa de análisis sintáctico en nuestro Main Application</vt:lpstr>
      <vt:lpstr>Se noes presenta la pantalla de nuestra interfaz donde ingresaremos de la siguiente manera para comprobar su funcionamiento</vt:lpstr>
      <vt:lpstr>Si en dado caso nuestro código a analizar es incorrecto se vería de la siguiente manera</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 840 G5</dc:creator>
  <cp:lastModifiedBy>HP 840 G5</cp:lastModifiedBy>
  <cp:revision>2</cp:revision>
  <dcterms:created xsi:type="dcterms:W3CDTF">2026-03-27T04:58:01Z</dcterms:created>
  <dcterms:modified xsi:type="dcterms:W3CDTF">2026-03-27T05:11:38Z</dcterms:modified>
</cp:coreProperties>
</file>