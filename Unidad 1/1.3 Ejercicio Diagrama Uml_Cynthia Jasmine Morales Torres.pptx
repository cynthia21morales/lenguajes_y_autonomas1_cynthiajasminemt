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0" r:id="rId4"/>
    <p:sldId id="261" r:id="rId5"/>
    <p:sldId id="262" r:id="rId6"/>
    <p:sldId id="258" r:id="rId7"/>
    <p:sldId id="264" r:id="rId8"/>
    <p:sldId id="259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868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753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805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9212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73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045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7350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867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965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661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0722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2677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1612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968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614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1585C-2090-4FD9-ABD0-C88DDF438733}" type="datetimeFigureOut">
              <a:rPr lang="es-MX" smtClean="0"/>
              <a:t>15/02/2026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2810BF-8DCB-4C29-926F-B8B42547CBB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64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ynthia21Morales/Ingenieria_del_Software_CynthiaJasmineMT/blob/main/unidad%201/1.3%20Ejercicio%20Diagrama%20Uml_Cynthia%20Jasmine%20Morales%20Torres.ppt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9">
            <a:extLst>
              <a:ext uri="{FF2B5EF4-FFF2-40B4-BE49-F238E27FC236}">
                <a16:creationId xmlns:a16="http://schemas.microsoft.com/office/drawing/2014/main" id="{BC7F2AFD-229C-B153-E539-DCDEFA59ACEA}"/>
              </a:ext>
            </a:extLst>
          </p:cNvPr>
          <p:cNvSpPr txBox="1"/>
          <p:nvPr/>
        </p:nvSpPr>
        <p:spPr>
          <a:xfrm>
            <a:off x="2513583" y="2414712"/>
            <a:ext cx="7164833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Ingenieria del software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Sistemas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Computacionales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.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Numero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control: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231260014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alumno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docente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trabajo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1.1 Mapa mental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Fecha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entrega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06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febrero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9E00AE5-3F52-1838-6C43-D8FC494BA01C}"/>
              </a:ext>
            </a:extLst>
          </p:cNvPr>
          <p:cNvSpPr txBox="1"/>
          <p:nvPr/>
        </p:nvSpPr>
        <p:spPr>
          <a:xfrm>
            <a:off x="-640503" y="1336472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20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</a:t>
            </a:r>
            <a:r>
              <a:rPr lang="en-US" sz="20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Mixta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9EDD899C-B4D0-1763-7862-F280FC684372}"/>
              </a:ext>
            </a:extLst>
          </p:cNvPr>
          <p:cNvGrpSpPr/>
          <p:nvPr/>
        </p:nvGrpSpPr>
        <p:grpSpPr>
          <a:xfrm>
            <a:off x="-2175343" y="229932"/>
            <a:ext cx="2709599" cy="1198176"/>
            <a:chOff x="0" y="0"/>
            <a:chExt cx="3073400" cy="1308100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BA406B12-1BC2-2D18-C4DF-DD04B4456F8F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F20E39F3-9EFE-475A-FDB4-122BABD29ADF}"/>
              </a:ext>
            </a:extLst>
          </p:cNvPr>
          <p:cNvGrpSpPr/>
          <p:nvPr/>
        </p:nvGrpSpPr>
        <p:grpSpPr>
          <a:xfrm>
            <a:off x="7089608" y="168318"/>
            <a:ext cx="1978801" cy="1598293"/>
            <a:chOff x="0" y="0"/>
            <a:chExt cx="1981200" cy="1625600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39F7FFA7-26E0-1216-7894-49EEDDCE0117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8" name="Group 6">
            <a:extLst>
              <a:ext uri="{FF2B5EF4-FFF2-40B4-BE49-F238E27FC236}">
                <a16:creationId xmlns:a16="http://schemas.microsoft.com/office/drawing/2014/main" id="{31C23C2B-E56B-B769-56CD-66583AEAA3DE}"/>
              </a:ext>
            </a:extLst>
          </p:cNvPr>
          <p:cNvGrpSpPr/>
          <p:nvPr/>
        </p:nvGrpSpPr>
        <p:grpSpPr>
          <a:xfrm>
            <a:off x="1257373" y="339926"/>
            <a:ext cx="4338142" cy="886553"/>
            <a:chOff x="0" y="0"/>
            <a:chExt cx="4343400" cy="901700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D7EA5AFA-27B8-7D51-2C43-4AEE123E69C9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76169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79383-AFA5-FF94-5056-5D5E4909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D77AE5-8E48-FE4D-9D40-DFD222F16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siguiente diagrama UML de clases muestra la estructura general de un sistema de control de asistencia con biometría, basado en reconocimiento facial y huella digital. El modelo representa las clases principales, sus atributos, métodos y relaciones, permitiendo visualizar cómo se organiza el sistema para validar usuarios, registrar asistencias, generar reportes y proteger los datos.</a:t>
            </a:r>
          </a:p>
        </p:txBody>
      </p:sp>
    </p:spTree>
    <p:extLst>
      <p:ext uri="{BB962C8B-B14F-4D97-AF65-F5344CB8AC3E}">
        <p14:creationId xmlns:p14="http://schemas.microsoft.com/office/powerpoint/2010/main" val="3787913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D20DF-B468-7591-5D3C-8237A3FE3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546" y="2007910"/>
            <a:ext cx="4986866" cy="220874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diagrama muestra como clase principal a </a:t>
            </a:r>
            <a:r>
              <a:rPr lang="es-MX" b="1" dirty="0"/>
              <a:t>Usuario</a:t>
            </a:r>
            <a:r>
              <a:rPr lang="es-MX" dirty="0"/>
              <a:t>, que contiene los datos generales y las plantillas biométricas. De ella se derivan por herencia las clases </a:t>
            </a:r>
            <a:r>
              <a:rPr lang="es-MX" b="1" dirty="0"/>
              <a:t>Catedrático</a:t>
            </a:r>
            <a:r>
              <a:rPr lang="es-MX" dirty="0"/>
              <a:t> y </a:t>
            </a:r>
            <a:r>
              <a:rPr lang="es-MX" b="1" dirty="0"/>
              <a:t>Administrador</a:t>
            </a:r>
            <a:r>
              <a:rPr lang="es-MX" dirty="0"/>
              <a:t>, que agregan atributos y funciones específicas según su rol dentro del sistema.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E51A4D9-CC50-7FAA-ECC9-E84574326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80" y="281267"/>
            <a:ext cx="4026341" cy="393538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6FF9C05-555E-0F7F-0B71-8A0252CB4E9F}"/>
              </a:ext>
            </a:extLst>
          </p:cNvPr>
          <p:cNvSpPr txBox="1"/>
          <p:nvPr/>
        </p:nvSpPr>
        <p:spPr>
          <a:xfrm>
            <a:off x="4982966" y="205483"/>
            <a:ext cx="4417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Comenzamos con nuestro primer diagrama UML</a:t>
            </a:r>
          </a:p>
        </p:txBody>
      </p:sp>
    </p:spTree>
    <p:extLst>
      <p:ext uri="{BB962C8B-B14F-4D97-AF65-F5344CB8AC3E}">
        <p14:creationId xmlns:p14="http://schemas.microsoft.com/office/powerpoint/2010/main" val="73629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EA0522-C368-C867-0DD5-4749B51E8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3106" y="2379717"/>
            <a:ext cx="5017892" cy="2547884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La clase </a:t>
            </a:r>
            <a:r>
              <a:rPr lang="es-MX" b="1" dirty="0"/>
              <a:t>Sistema </a:t>
            </a:r>
            <a:r>
              <a:rPr lang="es-MX" b="1" dirty="0" err="1"/>
              <a:t>Biometrico</a:t>
            </a:r>
            <a:r>
              <a:rPr lang="es-MX" dirty="0"/>
              <a:t> es el núcleo del proceso de autenticación, ya que se encarga de capturar rostro y huella, codificar la biometría, comparar plantillas y validar la identidad. Esta clase se relaciona con </a:t>
            </a:r>
            <a:r>
              <a:rPr lang="es-MX" b="1" dirty="0"/>
              <a:t>Control Asistencia</a:t>
            </a:r>
            <a:r>
              <a:rPr lang="es-MX" dirty="0"/>
              <a:t>, que registra entradas y salidas y calcula retardos, y con </a:t>
            </a:r>
            <a:r>
              <a:rPr lang="es-MX" b="1" dirty="0"/>
              <a:t>Base Datos</a:t>
            </a:r>
            <a:r>
              <a:rPr lang="es-MX" dirty="0"/>
              <a:t>, donde se almacenan usuarios, plantillas biométricas y registros de asistencia.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3BC72D-6744-32E2-10C4-48879DC5B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930400"/>
            <a:ext cx="4344006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9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EA0D7D-0288-4C34-179B-5615B251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270" y="2155826"/>
            <a:ext cx="6324600" cy="264220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</a:t>
            </a:r>
            <a:r>
              <a:rPr lang="es-MX" b="1" dirty="0"/>
              <a:t>Gestor Reportes</a:t>
            </a:r>
            <a:r>
              <a:rPr lang="es-MX" dirty="0"/>
              <a:t> consulta la información almacenada para generar y exportar reportes en diferentes formatos. Por su parte, </a:t>
            </a:r>
            <a:r>
              <a:rPr lang="es-MX" b="1" dirty="0"/>
              <a:t>Gestor Seguridad</a:t>
            </a:r>
            <a:r>
              <a:rPr lang="es-MX" dirty="0"/>
              <a:t> aplica políticas de protección, cifrado de plantillas y validación de accesos administrativos, asegurando el cumplimiento de normas de seguridad de datos. Las asociaciones, dependencias y relaciones de uso mostradas en el diagrama reflejan cómo cada módulo colabora para el funcionamiento completo del sistema.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880E3A-577D-3B71-165F-CCCEEECA1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601" y="1760949"/>
            <a:ext cx="2086266" cy="15242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50DDF82-6CB4-55B1-07BA-8531840A5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5162"/>
            <a:ext cx="2887199" cy="163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9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D9C33-2FB2-6192-38CE-6F8382F2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 UML GENERAL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037CD35-135A-5FE3-62BB-6CB0B0165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624" y="1272899"/>
            <a:ext cx="8615776" cy="5585101"/>
          </a:xfrm>
        </p:spPr>
      </p:pic>
    </p:spTree>
    <p:extLst>
      <p:ext uri="{BB962C8B-B14F-4D97-AF65-F5344CB8AC3E}">
        <p14:creationId xmlns:p14="http://schemas.microsoft.com/office/powerpoint/2010/main" val="38008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E34CD-9F2E-ADA7-F6F9-6EA0F920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Segundo diagrama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961B0EA-82DC-6F76-65E5-D692C375C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090" y="1270000"/>
            <a:ext cx="4234431" cy="5144834"/>
          </a:xfrm>
        </p:spPr>
      </p:pic>
    </p:spTree>
    <p:extLst>
      <p:ext uri="{BB962C8B-B14F-4D97-AF65-F5344CB8AC3E}">
        <p14:creationId xmlns:p14="http://schemas.microsoft.com/office/powerpoint/2010/main" val="1367906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5D634-59E8-381C-A5B7-D8F71D65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DE4E72-0024-C1BC-C0FC-5DA68682D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El diagrama UML permite entender de forma clara la organización y funcionamiento del sistema biométrico de asistencia. Gracias a la separación de responsabilidades por clases y sus relaciones, se obtiene un diseño ordenado, seguro y fácil de implementar, que cubre autenticación, registro y gestión de información.</a:t>
            </a:r>
          </a:p>
        </p:txBody>
      </p:sp>
    </p:spTree>
    <p:extLst>
      <p:ext uri="{BB962C8B-B14F-4D97-AF65-F5344CB8AC3E}">
        <p14:creationId xmlns:p14="http://schemas.microsoft.com/office/powerpoint/2010/main" val="1523644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EB4DD-C0CC-879D-B612-695F499D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Anexo link de la actividad solicitada y subida a GitHub: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570EF-8418-9140-DCEC-E40310D40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96275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hlinkClick r:id="rId2"/>
              </a:rPr>
              <a:t>https://github.com/Cynthia21Morales/Ingenieria_del_Software_CynthiaJasmineMT/blob/main/unidad%201/1.3%20Ejercicio%20Diagrama%20Uml_Cynthia%20Jasmine%20Morales%20Torres.pptx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49529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435</Words>
  <Application>Microsoft Office PowerPoint</Application>
  <PresentationFormat>Panorámica</PresentationFormat>
  <Paragraphs>32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Trebuchet MS</vt:lpstr>
      <vt:lpstr>Wingdings 3</vt:lpstr>
      <vt:lpstr>Faceta</vt:lpstr>
      <vt:lpstr>Presentación de PowerPoint</vt:lpstr>
      <vt:lpstr>Introducción </vt:lpstr>
      <vt:lpstr>Presentación de PowerPoint</vt:lpstr>
      <vt:lpstr>Presentación de PowerPoint</vt:lpstr>
      <vt:lpstr>Presentación de PowerPoint</vt:lpstr>
      <vt:lpstr>Diagrama UML GENERAL </vt:lpstr>
      <vt:lpstr>Segundo diagrama</vt:lpstr>
      <vt:lpstr>Conclusión </vt:lpstr>
      <vt:lpstr>Anexo link de la actividad solicitada y subida a GitHub: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 840 G5</dc:creator>
  <cp:lastModifiedBy>HP 840 G5</cp:lastModifiedBy>
  <cp:revision>6</cp:revision>
  <dcterms:created xsi:type="dcterms:W3CDTF">2026-02-15T01:25:39Z</dcterms:created>
  <dcterms:modified xsi:type="dcterms:W3CDTF">2026-02-16T01:56:57Z</dcterms:modified>
</cp:coreProperties>
</file>